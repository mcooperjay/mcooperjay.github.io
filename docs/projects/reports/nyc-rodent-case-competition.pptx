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Average"/>
      <p:regular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verage-regular.fntdata"/><Relationship Id="rId14" Type="http://schemas.openxmlformats.org/officeDocument/2006/relationships/slide" Target="slides/slide9.xml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cd1c2c179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cd1c2c179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cd1c2c179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cd1c2c17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cd1c2c179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cd1c2c179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cd1c2c179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cd1c2c17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cd1c2c179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cd1c2c179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cd646c6a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cd646c6a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38f8be62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38f8be62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38f8be623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38f8be623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NYC Rodent Problem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311 Data is Non-Conclusive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8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working with 311 data:</a:t>
            </a:r>
            <a:endParaRPr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1400"/>
              <a:t>Calls are based on more than just data</a:t>
            </a:r>
            <a:endParaRPr sz="1400"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400"/>
              <a:t>Awareness, trust and access are other </a:t>
            </a:r>
            <a:r>
              <a:rPr lang="en" sz="1400"/>
              <a:t>contributors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Our classification for confirmed calls from descriptions:</a:t>
            </a:r>
            <a:endParaRPr/>
          </a:p>
          <a:p>
            <a:pPr indent="-31415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1457"/>
              <a:t>An inspector “found violations” or “minor violations”</a:t>
            </a:r>
            <a:endParaRPr sz="1457"/>
          </a:p>
          <a:p>
            <a:pPr indent="-31415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457"/>
              <a:t>An inspector “took action”</a:t>
            </a:r>
            <a:endParaRPr sz="1457"/>
          </a:p>
          <a:p>
            <a:pPr indent="-31415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457"/>
              <a:t>Owners are fixing the issues found</a:t>
            </a:r>
            <a:endParaRPr sz="145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Additional Data:</a:t>
            </a:r>
            <a:endParaRPr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1400"/>
              <a:t>Land Use Reports</a:t>
            </a:r>
            <a:endParaRPr sz="1400"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400"/>
              <a:t>Restaurant Inspections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Reporting and Confirmed Cases Concentrate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Plots about confirmed cases vs actual </a:t>
            </a:r>
            <a:r>
              <a:rPr b="1" i="1" lang="en" sz="3000" u="sng"/>
              <a:t>rates</a:t>
            </a:r>
            <a:endParaRPr b="1" i="1" sz="3000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 u="sng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 title="rat_rate.png"/>
          <p:cNvPicPr preferRelativeResize="0"/>
          <p:nvPr/>
        </p:nvPicPr>
        <p:blipFill rotWithShape="1">
          <a:blip r:embed="rId3">
            <a:alphaModFix/>
          </a:blip>
          <a:srcRect b="13593" l="0" r="0" t="13948"/>
          <a:stretch/>
        </p:blipFill>
        <p:spPr>
          <a:xfrm>
            <a:off x="358025" y="1017725"/>
            <a:ext cx="8317851" cy="3726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factors correspond to rodent reports?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5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Conditional Autoregressive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Factors that correspond to an INCREASE in confirmed call rate: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Proximity to other rodent-related issues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Higher median home value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Older buildings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Factors that correspond to a DECREASE in confirmed call rate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More people per housing unit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High percentage of vacant housing units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Rodent-related Calls Spike in the Summer</a:t>
            </a:r>
            <a:endParaRPr/>
          </a:p>
        </p:txBody>
      </p:sp>
      <p:pic>
        <p:nvPicPr>
          <p:cNvPr id="85" name="Google Shape;85;p17" title="rodent_call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713" y="1017725"/>
            <a:ext cx="5914573" cy="3549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should we do about it?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Action Items</a:t>
            </a:r>
            <a:endParaRPr b="1" u="sng"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Model Based: Focus </a:t>
            </a:r>
            <a:r>
              <a:rPr lang="en"/>
              <a:t>efforts on areas with high confirmed rates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Time Based: Shift resource allocation to reflect higher call volume in summer months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Inference Based: Increased community outreach in underrepresented districts</a:t>
            </a:r>
            <a:endParaRPr/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   **</a:t>
            </a:r>
            <a:r>
              <a:rPr lang="en" sz="1600"/>
              <a:t> 311 complaints are not a direct measure of rodent activity **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Appendix: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 title="big_text.png"/>
          <p:cNvPicPr preferRelativeResize="0"/>
          <p:nvPr/>
        </p:nvPicPr>
        <p:blipFill rotWithShape="1">
          <a:blip r:embed="rId3">
            <a:alphaModFix/>
          </a:blip>
          <a:srcRect b="12518" l="0" r="0" t="16841"/>
          <a:stretch/>
        </p:blipFill>
        <p:spPr>
          <a:xfrm>
            <a:off x="311700" y="1152475"/>
            <a:ext cx="8317851" cy="363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Summary- Confirmed Call Rate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175" y="1152475"/>
            <a:ext cx="6019800" cy="38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Summary- Total Call Rate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1152475"/>
            <a:ext cx="6096000" cy="39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